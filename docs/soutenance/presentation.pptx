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 — accueil, se présenter, annoncer le 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— insister : 100 % du MVP + 100 % des fonctionnalités avancées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 min — le parcours exact est détaillé dans le script oral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30 — mentionner honnêtement Accessibility 76 et le plan d'action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— conclure calmement, sourire, inviter aux 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DataShare</dc:title>
  <dc:subject>PptxGenJS Presentation</dc:subject>
  <dc:creator>Created by Marp</dc:creator>
  <cp:lastModifiedBy>Created by Marp</cp:lastModifiedBy>
  <cp:revision>1</cp:revision>
  <dcterms:created xsi:type="dcterms:W3CDTF">2026-08-02T12:32:31Z</dcterms:created>
  <dcterms:modified xsi:type="dcterms:W3CDTF">2026-08-02T12:32:31Z</dcterms:modified>
</cp:coreProperties>
</file>